
<file path=[Content_Types].xml><?xml version="1.0" encoding="utf-8"?>
<Types xmlns="http://schemas.openxmlformats.org/package/2006/content-types">
  <Default Extension="png" ContentType="image/png"/>
  <Default Extension="mp3" ContentType="audio/mpeg"/>
  <Default Extension="svg" ContentType="image/svg+xml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60" r:id="rId7"/>
    <p:sldId id="258" r:id="rId8"/>
    <p:sldId id="261" r:id="rId9"/>
    <p:sldId id="262" r:id="rId10"/>
    <p:sldId id="283" r:id="rId11"/>
    <p:sldId id="264" r:id="rId12"/>
    <p:sldId id="267" r:id="rId13"/>
    <p:sldId id="269" r:id="rId14"/>
    <p:sldId id="268" r:id="rId15"/>
    <p:sldId id="28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Rg st="1" end="12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62" autoAdjust="0"/>
    <p:restoredTop sz="94660"/>
  </p:normalViewPr>
  <p:slideViewPr>
    <p:cSldViewPr snapToGrid="0">
      <p:cViewPr varScale="1">
        <p:scale>
          <a:sx n="71" d="100"/>
          <a:sy n="71" d="100"/>
        </p:scale>
        <p:origin x="65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=""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=""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=""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=""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=""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=""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=""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=""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=""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=""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=""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=""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=""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=""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=""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=""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=""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=""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=""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=""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=""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=""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=""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=""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=""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=""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=""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=""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=""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=""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=""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=""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=""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=""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=""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=""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=""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=""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=""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=""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8" name="Content Placeholder 5">
            <a:extLst>
              <a:ext uri="{FF2B5EF4-FFF2-40B4-BE49-F238E27FC236}">
                <a16:creationId xmlns=""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=""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1" name="Content Placeholder 3">
            <a:extLst>
              <a:ext uri="{FF2B5EF4-FFF2-40B4-BE49-F238E27FC236}">
                <a16:creationId xmlns=""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=""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=""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=""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=""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=""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=""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=""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=""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=""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=""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=""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=""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=""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=""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=""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=""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=""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=""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=""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=""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=""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=""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=""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=""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=""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=""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=""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=""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=""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=""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=""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=""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=""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=""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=""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=""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=""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=""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=""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=""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=""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=""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=""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=""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=""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=""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=""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=""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=""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=""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=""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media" Target="../media/media13.mp3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13.mp3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2478024"/>
            <a:ext cx="7077456" cy="1243584"/>
          </a:xfrm>
        </p:spPr>
        <p:txBody>
          <a:bodyPr/>
          <a:lstStyle/>
          <a:p>
            <a:r>
              <a:rPr lang="en-US" sz="8000" dirty="0" err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SmartCraft</a:t>
            </a:r>
            <a:r>
              <a:rPr lang="en-US" sz="800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A</a:t>
            </a:r>
            <a:r>
              <a:rPr lang="en-US" sz="8000" dirty="0" smtClean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</a:t>
            </a:r>
            <a:endParaRPr lang="en-US" sz="8000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4331208"/>
            <a:ext cx="7077456" cy="868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Aharoni" panose="02010803020104030203" pitchFamily="2" charset="-79"/>
                <a:cs typeface="Aharoni" panose="02010803020104030203" pitchFamily="2" charset="-79"/>
              </a:rPr>
              <a:t>“Work </a:t>
            </a:r>
            <a:r>
              <a:rPr lang="en-US" sz="2400" dirty="0" err="1" smtClean="0">
                <a:latin typeface="Aharoni" panose="02010803020104030203" pitchFamily="2" charset="-79"/>
                <a:cs typeface="Aharoni" panose="02010803020104030203" pitchFamily="2" charset="-79"/>
              </a:rPr>
              <a:t>smart,learn</a:t>
            </a:r>
            <a:r>
              <a:rPr lang="en-US" sz="2400" dirty="0" smtClean="0">
                <a:latin typeface="Aharoni" panose="02010803020104030203" pitchFamily="2" charset="-79"/>
                <a:cs typeface="Aharoni" panose="02010803020104030203" pitchFamily="2" charset="-79"/>
              </a:rPr>
              <a:t> fast”</a:t>
            </a:r>
            <a:endParaRPr lang="en-US" sz="2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 advTm="5054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27273" mute="1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03960"/>
            <a:ext cx="7781544" cy="859055"/>
          </a:xfrm>
        </p:spPr>
        <p:txBody>
          <a:bodyPr/>
          <a:lstStyle/>
          <a:p>
            <a:r>
              <a:rPr lang="en-US" dirty="0" smtClean="0"/>
              <a:t>Main motive of website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242" y="2285855"/>
            <a:ext cx="8144152" cy="3677063"/>
          </a:xfrm>
        </p:spPr>
        <p:txBody>
          <a:bodyPr>
            <a:normAutofit fontScale="40000" lnSpcReduction="20000"/>
          </a:bodyPr>
          <a:lstStyle/>
          <a:p>
            <a:r>
              <a:rPr lang="en-US" dirty="0" smtClean="0"/>
              <a:t>“</a:t>
            </a:r>
            <a:r>
              <a:rPr lang="en-US" sz="7400" dirty="0" smtClean="0">
                <a:latin typeface="Agency FB" panose="020B0503020202020204" pitchFamily="34" charset="0"/>
              </a:rPr>
              <a:t>The main motive of this website will be reducing burden of student from the big and complicated topics</a:t>
            </a:r>
            <a:r>
              <a:rPr lang="en-US" sz="5100" dirty="0" smtClean="0">
                <a:latin typeface="Agency FB" panose="020B0503020202020204" pitchFamily="34" charset="0"/>
              </a:rPr>
              <a:t>”</a:t>
            </a:r>
          </a:p>
          <a:p>
            <a:endParaRPr lang="en-US" sz="5100" dirty="0" smtClean="0">
              <a:latin typeface="Agency FB" panose="020B0503020202020204" pitchFamily="34" charset="0"/>
            </a:endParaRPr>
          </a:p>
          <a:p>
            <a:r>
              <a:rPr lang="en-US" sz="7400" dirty="0" smtClean="0">
                <a:latin typeface="Agency FB" panose="020B0503020202020204" pitchFamily="34" charset="0"/>
              </a:rPr>
              <a:t>For example: In textbooks there will be 300 or 400 </a:t>
            </a:r>
            <a:r>
              <a:rPr lang="en-US" sz="7400" dirty="0" err="1" smtClean="0">
                <a:latin typeface="Agency FB" panose="020B0503020202020204" pitchFamily="34" charset="0"/>
              </a:rPr>
              <a:t>pg</a:t>
            </a:r>
            <a:r>
              <a:rPr lang="en-US" sz="7400" dirty="0" smtClean="0">
                <a:latin typeface="Agency FB" panose="020B0503020202020204" pitchFamily="34" charset="0"/>
              </a:rPr>
              <a:t> books are there due this student will confuse and the main topics will not covered.</a:t>
            </a:r>
          </a:p>
          <a:p>
            <a:endParaRPr lang="en-US" sz="7400" dirty="0">
              <a:latin typeface="Agency FB" panose="020B0503020202020204" pitchFamily="34" charset="0"/>
            </a:endParaRPr>
          </a:p>
          <a:p>
            <a:r>
              <a:rPr lang="en-US" sz="6000" dirty="0" smtClean="0">
                <a:latin typeface="Agency FB" panose="020B0503020202020204" pitchFamily="34" charset="0"/>
              </a:rPr>
              <a:t>But in our websites we provide main and important topics to student and key points of chapters</a:t>
            </a:r>
          </a:p>
          <a:p>
            <a:endParaRPr lang="en-US" sz="6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44">
        <p:fade/>
      </p:transition>
    </mc:Choice>
    <mc:Fallback xmlns="">
      <p:transition spd="med" advTm="64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67" y="90153"/>
            <a:ext cx="7874014" cy="130659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different provide by our website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797" y="1396749"/>
            <a:ext cx="9045992" cy="4401998"/>
          </a:xfrm>
        </p:spPr>
        <p:txBody>
          <a:bodyPr>
            <a:normAutofit/>
          </a:bodyPr>
          <a:lstStyle/>
          <a:p>
            <a:r>
              <a:rPr lang="en-US" dirty="0" smtClean="0"/>
              <a:t>“IN OUR WEBSITES MAINLY YOU CAN’T WANT TO ADD OR WRITE PROMPT FOR NOTES THERE WILL BE PROMPT FREE WEBSITE”. IN CHATGPT YOU WANT ADD PROMPT FOR NOTES OR TOPICS.</a:t>
            </a:r>
          </a:p>
          <a:p>
            <a:endParaRPr lang="en-US" dirty="0" smtClean="0"/>
          </a:p>
          <a:p>
            <a:r>
              <a:rPr lang="en-US" dirty="0" smtClean="0"/>
              <a:t>“IN OUR WEBSITES WE PROVIDE COURSE RELATED TOPICS AND PYQ QUESTIONS”. BECAUSE IN CHATGPT PROVIDE GENERAL KNOWLEDGE ANSWER NOT GIVING PROPER.</a:t>
            </a:r>
          </a:p>
          <a:p>
            <a:endParaRPr lang="en-US" dirty="0"/>
          </a:p>
          <a:p>
            <a:r>
              <a:rPr lang="en-US" dirty="0" smtClean="0"/>
              <a:t>“WE GIVE HUGE FEARTURE IN OUR WEBSITE “</a:t>
            </a:r>
            <a:r>
              <a:rPr lang="en-US" u="sng" dirty="0" smtClean="0"/>
              <a:t>REMAINDER FEATURE” </a:t>
            </a:r>
            <a:r>
              <a:rPr lang="en-US" dirty="0" smtClean="0"/>
              <a:t>REMAINDER FUNCTION MEANS WEBSITE WILL REMIND YOU FOR STUDY ,BUT CHATGPT CAN’T PROVIDE THIS FEATURE.</a:t>
            </a:r>
          </a:p>
          <a:p>
            <a:endParaRPr lang="en-US" u="sng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029125"/>
              </p:ext>
            </p:extLst>
          </p:nvPr>
        </p:nvGraphicFramePr>
        <p:xfrm>
          <a:off x="123767" y="4380830"/>
          <a:ext cx="8569472" cy="2215106"/>
        </p:xfrm>
        <a:graphic>
          <a:graphicData uri="http://schemas.openxmlformats.org/drawingml/2006/table">
            <a:tbl>
              <a:tblPr/>
              <a:tblGrid>
                <a:gridCol w="2850692"/>
                <a:gridCol w="2850692"/>
                <a:gridCol w="2868088"/>
              </a:tblGrid>
              <a:tr h="752066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Exam Factor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Generic AI (</a:t>
                      </a:r>
                      <a:r>
                        <a:rPr lang="en-US" dirty="0" err="1">
                          <a:effectLst/>
                        </a:rPr>
                        <a:t>ChatGPT</a:t>
                      </a:r>
                      <a:r>
                        <a:rPr lang="en-US" dirty="0">
                          <a:effectLst/>
                        </a:rPr>
                        <a:t> / Gemini)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ExamCraft AI (PIE CODERS)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6694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Prompt Fatigue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Requires typing long prompts every session to get concise bullet notes.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Zero Prompting: Dedicated single-click buttons for summaries and predicted questions.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 rot="20746450"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78">
        <p:fade/>
      </p:transition>
    </mc:Choice>
    <mc:Fallback xmlns="">
      <p:transition spd="med" advTm="107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=""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FEAUTERS PROVIDE OUR WEBSITE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 smtClean="0">
                <a:latin typeface="Aharoni" panose="02010803020104030203" pitchFamily="2" charset="-79"/>
                <a:cs typeface="Aharoni" panose="02010803020104030203" pitchFamily="2" charset="-79"/>
              </a:rPr>
              <a:t>IMP </a:t>
            </a:r>
            <a:r>
              <a:rPr lang="en-US" sz="2800" dirty="0">
                <a:latin typeface="Aharoni" panose="02010803020104030203" pitchFamily="2" charset="-79"/>
                <a:cs typeface="Aharoni" panose="02010803020104030203" pitchFamily="2" charset="-79"/>
              </a:rPr>
              <a:t>NOTES</a:t>
            </a:r>
          </a:p>
          <a:p>
            <a:r>
              <a:rPr lang="en-US" sz="2800" dirty="0" smtClean="0">
                <a:latin typeface="Aharoni" panose="02010803020104030203" pitchFamily="2" charset="-79"/>
                <a:cs typeface="Aharoni" panose="02010803020104030203" pitchFamily="2" charset="-79"/>
              </a:rPr>
              <a:t>REMAINDER</a:t>
            </a:r>
            <a:endParaRPr lang="en-US" sz="28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2800" dirty="0">
                <a:latin typeface="Aharoni" panose="02010803020104030203" pitchFamily="2" charset="-79"/>
                <a:cs typeface="Aharoni" panose="02010803020104030203" pitchFamily="2" charset="-79"/>
              </a:rPr>
              <a:t>MCQ  </a:t>
            </a:r>
            <a:r>
              <a:rPr lang="en-US" sz="2800" dirty="0" smtClean="0">
                <a:latin typeface="Aharoni" panose="02010803020104030203" pitchFamily="2" charset="-79"/>
                <a:cs typeface="Aharoni" panose="02010803020104030203" pitchFamily="2" charset="-79"/>
              </a:rPr>
              <a:t>ARENA</a:t>
            </a:r>
            <a:endParaRPr lang="en-US" sz="28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SUMMRIAZER</a:t>
            </a:r>
          </a:p>
          <a:p>
            <a:r>
              <a:rPr lang="en-US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MODULES</a:t>
            </a:r>
          </a:p>
          <a:p>
            <a:r>
              <a:rPr lang="en-US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QUESTION BANK</a:t>
            </a:r>
          </a:p>
          <a:p>
            <a:r>
              <a:rPr lang="en-US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AI TUTOR</a:t>
            </a:r>
          </a:p>
          <a:p>
            <a:pPr marL="0" indent="0">
              <a:buNone/>
            </a:pPr>
            <a:endParaRPr lang="en-US" sz="2800" b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73">
        <p:fade/>
      </p:transition>
    </mc:Choice>
    <mc:Fallback xmlns="">
      <p:transition spd="med" advTm="10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671889"/>
            <a:ext cx="11214100" cy="646331"/>
          </a:xfrm>
        </p:spPr>
        <p:txBody>
          <a:bodyPr/>
          <a:lstStyle/>
          <a:p>
            <a:r>
              <a:rPr lang="en-US" sz="4000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IMP NOTES</a:t>
            </a:r>
            <a:endParaRPr lang="en-US" sz="4000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0" y="1985014"/>
            <a:ext cx="11950700" cy="4204649"/>
          </a:xfrm>
        </p:spPr>
        <p:txBody>
          <a:bodyPr>
            <a:normAutofit/>
          </a:bodyPr>
          <a:lstStyle/>
          <a:p>
            <a:r>
              <a:rPr lang="en-US" dirty="0" smtClean="0"/>
              <a:t>“IN IMP NOTES WE PROVIDE MOST IMPORTANT QUESTION AND THOSE TOPICS WHICH HIGHLY CHANCE IN EXAM”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“THE LENGTH OF NOTES IS VERY BRIEF AND EASY LANGUAGE ,AND THE WHOLE TOPICS WILL BE COVERD IN IMP NOTES” 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“DUE TO THIS THE STUDENT BURDEN WILL BE LESS AND ALL STUDENTS GET GOOD GRADE IN EXAM “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61008" y="506123"/>
            <a:ext cx="5157788" cy="823912"/>
          </a:xfrm>
        </p:spPr>
        <p:txBody>
          <a:bodyPr/>
          <a:lstStyle/>
          <a:p>
            <a:r>
              <a:rPr lang="en-US" dirty="0" smtClean="0"/>
              <a:t>              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=""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000A9570-5EF6-4AFB-9FCA-7C8998E3FEB1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>
          <a:xfrm>
            <a:off x="241300" y="1711825"/>
            <a:ext cx="6893596" cy="373593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        </a:t>
            </a:r>
            <a:endParaRPr lang="en-US" dirty="0"/>
          </a:p>
        </p:txBody>
      </p:sp>
      <p:pic>
        <p:nvPicPr>
          <p:cNvPr id="9" name="Audio 8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13">
        <p:fade/>
      </p:transition>
    </mc:Choice>
    <mc:Fallback xmlns="">
      <p:transition spd="med" advTm="101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303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07" y="609999"/>
            <a:ext cx="11214100" cy="646331"/>
          </a:xfrm>
        </p:spPr>
        <p:txBody>
          <a:bodyPr/>
          <a:lstStyle/>
          <a:p>
            <a:r>
              <a:rPr lang="en-US" sz="4000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REMAINDER</a:t>
            </a:r>
            <a:endParaRPr lang="en-US" sz="4000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27" name="Picture Placeholder 26" descr="Clock">
            <a:extLst>
              <a:ext uri="{FF2B5EF4-FFF2-40B4-BE49-F238E27FC236}">
                <a16:creationId xmlns="" xmlns:a16="http://schemas.microsoft.com/office/drawing/2014/main" id="{6F737161-FE67-434D-A781-59EDB9EDC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6567" y="475960"/>
            <a:ext cx="914407" cy="914407"/>
          </a:xfrm>
        </p:spPr>
      </p:pic>
      <p:sp>
        <p:nvSpPr>
          <p:cNvPr id="20" name="Text Placeholder 19">
            <a:extLst>
              <a:ext uri="{FF2B5EF4-FFF2-40B4-BE49-F238E27FC236}">
                <a16:creationId xmlns="" xmlns:a16="http://schemas.microsoft.com/office/drawing/2014/main" id="{CB924A29-3538-4A3F-82A6-D2A7538C211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4240213"/>
            <a:ext cx="1776413" cy="1463675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      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="" xmlns:a16="http://schemas.microsoft.com/office/drawing/2014/main" id="{1B8F0371-4F69-4131-91BF-9AB99E6EE89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4240213"/>
            <a:ext cx="1774825" cy="146367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0" y="1880315"/>
            <a:ext cx="11938715" cy="4977685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IN THIS FEATURE WE PROVIDE A REMAINDER  FOR STUDY  LIKE TIMER OR ALARMS FEATURE TYPE DUE THIS STUDENTS REMINDS THEIR TOPICS AND CAN’T DISTRACT FROM OTHER THINGS </a:t>
            </a:r>
          </a:p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FOR EXAMPLE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567" y="3097106"/>
            <a:ext cx="8780060" cy="3760893"/>
          </a:xfrm>
          <a:prstGeom prst="rect">
            <a:avLst/>
          </a:prstGeom>
        </p:spPr>
      </p:pic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18">
        <p:fade/>
      </p:transition>
    </mc:Choice>
    <mc:Fallback xmlns="">
      <p:transition spd="med" advTm="81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19" descr="Triangular pattern design with dimension">
            <a:extLst>
              <a:ext uri="{FF2B5EF4-FFF2-40B4-BE49-F238E27FC236}">
                <a16:creationId xmlns="" xmlns:a16="http://schemas.microsoft.com/office/drawing/2014/main" id="{3DCA2B8E-64D3-7645-8DEB-688ED5756F52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12192001" y="3562359"/>
            <a:ext cx="350291" cy="65792"/>
          </a:xfrm>
        </p:spPr>
      </p:pic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    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="" xmlns:a16="http://schemas.microsoft.com/office/drawing/2014/main" id="{1B8F0371-4F69-4131-91BF-9AB99E6EE8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    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="" xmlns:a16="http://schemas.microsoft.com/office/drawing/2014/main" id="{78CACAF1-61EA-4605-A8FE-2EEE752B49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036" y="1403832"/>
            <a:ext cx="7676439" cy="5024264"/>
          </a:xfrm>
        </p:spPr>
        <p:txBody>
          <a:bodyPr/>
          <a:lstStyle/>
          <a:p>
            <a:r>
              <a:rPr lang="en-US" sz="2400" dirty="0" smtClean="0"/>
              <a:t>“</a:t>
            </a:r>
            <a:r>
              <a:rPr lang="en-US" sz="2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IN THIS FEATURE WILL MCQ EXAMS OF TOPICS WE LEARNED IN PAST </a:t>
            </a:r>
          </a:p>
          <a:p>
            <a:r>
              <a:rPr lang="en-US" sz="2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DUE TO THIS STUDENT CLEARED TOPICS AND GET TENSION </a:t>
            </a:r>
          </a:p>
          <a:p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MAIN MOTIVE OF MCQ TEST WE CHECK STUDENT GETTING CLEARED THE CONCEPT OR NOT </a:t>
            </a:r>
          </a:p>
          <a:p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THIS FEATURE WILL BE UNIQUE FROM CHATGPT AND GEMNI 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757130"/>
          </a:xfrm>
        </p:spPr>
        <p:txBody>
          <a:bodyPr/>
          <a:lstStyle/>
          <a:p>
            <a:r>
              <a:rPr lang="en-US" sz="4800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MCQ ARENA</a:t>
            </a:r>
            <a:endParaRPr lang="en-US" sz="4800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720" y="2703778"/>
            <a:ext cx="5458281" cy="2427779"/>
          </a:xfrm>
          <a:prstGeom prst="rect">
            <a:avLst/>
          </a:prstGeom>
        </p:spPr>
      </p:pic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92">
        <p:fade/>
      </p:transition>
    </mc:Choice>
    <mc:Fallback xmlns="">
      <p:transition spd="med" advTm="79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303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SUMMARIZER </a:t>
            </a:r>
            <a:endParaRPr lang="en-US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8" name="Picture Placeholder 7" descr="Triangular pattern design with dimension">
            <a:extLst>
              <a:ext uri="{FF2B5EF4-FFF2-40B4-BE49-F238E27FC236}">
                <a16:creationId xmlns="" xmlns:a16="http://schemas.microsoft.com/office/drawing/2014/main" id="{2301248D-7370-7643-9BE6-F8CDCFF4D460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 flipV="1">
            <a:off x="12192000" y="3642472"/>
            <a:ext cx="377588" cy="70918"/>
          </a:xfrm>
        </p:spPr>
      </p:pic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0960" y="1236520"/>
            <a:ext cx="11481179" cy="4229855"/>
          </a:xfrm>
        </p:spPr>
        <p:txBody>
          <a:bodyPr/>
          <a:lstStyle/>
          <a:p>
            <a:r>
              <a:rPr lang="en-US" dirty="0" smtClean="0"/>
              <a:t>.</a:t>
            </a:r>
            <a:r>
              <a:rPr lang="en-US" sz="2400" dirty="0" smtClean="0"/>
              <a:t>SUMMARIZER: </a:t>
            </a:r>
            <a:r>
              <a:rPr lang="en-US" sz="2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IN WHICH YOU WILL GIVE TOPIC AND WEBSITE WILL GIVE TOPIC RELATED QUESTION THOSE ARE COMING IN EXAMS </a:t>
            </a:r>
          </a:p>
          <a:p>
            <a:r>
              <a:rPr lang="en-US" sz="2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AND YOU CAN ALSO INSERT PDF </a:t>
            </a:r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FAC2D367-2A6E-41FE-A9EA-24FF17BC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20" y="2775855"/>
            <a:ext cx="12132861" cy="3904345"/>
          </a:xfrm>
          <a:prstGeom prst="rect">
            <a:avLst/>
          </a:prstGeom>
        </p:spPr>
      </p:pic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73">
        <p:fade/>
      </p:transition>
    </mc:Choice>
    <mc:Fallback xmlns="">
      <p:transition spd="med" advTm="8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A4CD37D6-FE32-48E3-A3AD-F07BE6A1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90931"/>
          </a:xfrm>
        </p:spPr>
        <p:txBody>
          <a:bodyPr/>
          <a:lstStyle/>
          <a:p>
            <a:r>
              <a:rPr lang="en-US" sz="3600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MODULES</a:t>
            </a:r>
            <a:endParaRPr lang="en-US" sz="3600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944" y="1402544"/>
            <a:ext cx="11215235" cy="4351338"/>
          </a:xfrm>
        </p:spPr>
        <p:txBody>
          <a:bodyPr/>
          <a:lstStyle/>
          <a:p>
            <a:r>
              <a:rPr lang="en-US" dirty="0" smtClean="0"/>
              <a:t>IN MODELS WE PROVIDE IMPORTANT AND MAIN TOPICS OF TEXTBOOK DUE TO THIS THE STUDENT WORK WILL BE EASY</a:t>
            </a:r>
          </a:p>
          <a:p>
            <a:r>
              <a:rPr lang="en-US" dirty="0" smtClean="0"/>
              <a:t>WE PROVIDE QUICK RECALL POINTS DUE TO THIS FEATURE STUDENT WILL EASLIY REMIND THE MAIN TOPICS AT THE LAST TIME OF EXAM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3538134"/>
            <a:ext cx="10058400" cy="2776941"/>
          </a:xfrm>
          <a:prstGeom prst="rect">
            <a:avLst/>
          </a:prstGeom>
        </p:spPr>
      </p:pic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37">
        <p:fade/>
      </p:transition>
    </mc:Choice>
    <mc:Fallback xmlns="">
      <p:transition spd="med" advTm="53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504" y="1893863"/>
            <a:ext cx="10415706" cy="2828262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QUESTION BANK:</a:t>
            </a: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IN THIS FEAUTURE WE PROVIDE PAST SOME YEAR QUESTION THOSE GURANTED ASK IN EXAM </a:t>
            </a:r>
          </a:p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dirty="0" smtClean="0"/>
              <a:t> AI TUTOR:</a:t>
            </a: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IN THIS FEATURE WE PROVIDE AI TUTOR WHICH HELPS THE STUDENT TO LEARN A TOPICS EASLIY</a:t>
            </a:r>
          </a:p>
          <a:p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QUESTION BANK AND AI TUTOR </a:t>
            </a:r>
            <a:endParaRPr lang="en-US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 advTm="571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3696" y="2224584"/>
            <a:ext cx="6856671" cy="4080681"/>
          </a:xfrm>
        </p:spPr>
        <p:txBody>
          <a:bodyPr/>
          <a:lstStyle/>
          <a:p>
            <a:r>
              <a:rPr lang="en-US" sz="8800" dirty="0" smtClean="0"/>
              <a:t>THANKYOU</a:t>
            </a:r>
            <a:r>
              <a:rPr lang="en-US" sz="9600" dirty="0" smtClean="0"/>
              <a:t/>
            </a:r>
            <a:br>
              <a:rPr lang="en-US" sz="9600" dirty="0" smtClean="0"/>
            </a:br>
            <a:endParaRPr lang="en-GB" sz="9600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 advTm="537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6D90B5C6-1CB0-445E-99D1-8E2FE8C5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6554A61-D199-469B-AB0C-B68F82B505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2047" y="1790514"/>
            <a:ext cx="9372600" cy="3358860"/>
          </a:xfrm>
        </p:spPr>
        <p:txBody>
          <a:bodyPr/>
          <a:lstStyle/>
          <a:p>
            <a:r>
              <a:rPr lang="en-US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MADE BY</a:t>
            </a:r>
          </a:p>
          <a:p>
            <a:r>
              <a:rPr lang="en-US" b="1" u="sng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US" b="1" u="sng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US" b="1" u="sng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PIE CODERS</a:t>
            </a:r>
            <a:endParaRPr lang="en-US" u="sng" dirty="0"/>
          </a:p>
        </p:txBody>
      </p:sp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  <p:pic>
        <p:nvPicPr>
          <p:cNvPr id="7" name="the_mountain-presentation-522476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49240" y="608766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91"/>
    </mc:Choice>
    <mc:Fallback xmlns="">
      <p:transition spd="slow" advTm="66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14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757914-1161-4661-9696-421FD6935CDD}">
  <ds:schemaRefs>
    <ds:schemaRef ds:uri="http://purl.org/dc/elements/1.1/"/>
    <ds:schemaRef ds:uri="16c05727-aa75-4e4a-9b5f-8a80a1165891"/>
    <ds:schemaRef ds:uri="http://purl.org/dc/terms/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71af3243-3dd4-4a8d-8c0d-dd76da1f02a5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0</TotalTime>
  <Words>498</Words>
  <Application>Microsoft Office PowerPoint</Application>
  <PresentationFormat>Widescreen</PresentationFormat>
  <Paragraphs>78</Paragraphs>
  <Slides>12</Slides>
  <Notes>0</Notes>
  <HiddenSlides>0</HiddenSlides>
  <MMClips>13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Agency FB</vt:lpstr>
      <vt:lpstr>Aharoni</vt:lpstr>
      <vt:lpstr>Arial</vt:lpstr>
      <vt:lpstr>Calibri</vt:lpstr>
      <vt:lpstr>Tahoma</vt:lpstr>
      <vt:lpstr>Trade Gothic LT Pro</vt:lpstr>
      <vt:lpstr>Trebuchet MS</vt:lpstr>
      <vt:lpstr>Office Theme</vt:lpstr>
      <vt:lpstr>SmartCraft AI</vt:lpstr>
      <vt:lpstr>Main motive of website</vt:lpstr>
      <vt:lpstr>What different provide by our website</vt:lpstr>
      <vt:lpstr>WHAT FEAUTERS PROVIDE OUR WEBSITE</vt:lpstr>
      <vt:lpstr>IMP NOTES</vt:lpstr>
      <vt:lpstr>REMAINDER</vt:lpstr>
      <vt:lpstr>MCQ ARENA</vt:lpstr>
      <vt:lpstr>SUMMARIZER </vt:lpstr>
      <vt:lpstr>MODULES</vt:lpstr>
      <vt:lpstr>QUESTION BANK AND AI TUTOR </vt:lpstr>
      <vt:lpstr>THANKYOU </vt:lpstr>
      <vt:lpstr>   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2026-09-06T08:55:39Z</dcterms:created>
  <dcterms:modified xsi:type="dcterms:W3CDTF">2026-09-09T03:00:37Z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